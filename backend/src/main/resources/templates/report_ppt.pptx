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48495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微软雅黑"/>
              </a:defRPr>
            </a:pPr>
            <a:r>
              <a:t>{title}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C8A45C"/>
                </a:solidFill>
                <a:latin typeface="微软雅黑"/>
              </a:defRPr>
            </a:pPr>
            <a:r>
              <a:t>{subtitle}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389120"/>
            <a:ext cx="3962095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微软雅黑"/>
              </a:defRPr>
            </a:pPr>
            <a:r>
              <a:t>作者：{authorName}    岗位：{authorTitle}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94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{createdAt}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8A45C"/>
                </a:solidFill>
                <a:latin typeface="微软雅黑"/>
              </a:defRPr>
            </a:pPr>
            <a:r>
              <a:t>{companyName}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2B4C"/>
                </a:solidFill>
                <a:latin typeface="微软雅黑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C8A45C"/>
                </a:solidFill>
                <a:latin typeface="微软雅黑"/>
              </a:defRPr>
            </a:pPr>
            <a:r>
              <a:t>第一章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1A1A1A"/>
                </a:solidFill>
                <a:latin typeface="微软雅黑"/>
              </a:defRPr>
            </a:pPr>
            <a:r>
              <a:t>案例故事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14600"/>
            <a:ext cx="9448495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C8A45C"/>
                </a:solidFill>
                <a:latin typeface="微软雅黑"/>
              </a:defRPr>
            </a:pPr>
            <a:r>
              <a:t>第二章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1A1A1A"/>
                </a:solidFill>
                <a:latin typeface="微软雅黑"/>
              </a:defRPr>
            </a:pPr>
            <a:r>
              <a:t>方法论：核心步骤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54680"/>
            <a:ext cx="9448495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C8A45C"/>
                </a:solidFill>
                <a:latin typeface="微软雅黑"/>
              </a:defRPr>
            </a:pPr>
            <a:r>
              <a:t>第三章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291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1A1A1A"/>
                </a:solidFill>
                <a:latin typeface="微软雅黑"/>
              </a:defRPr>
            </a:pPr>
            <a:r>
              <a:t>关键决策点分析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794760"/>
            <a:ext cx="9448495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93191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C8A45C"/>
                </a:solidFill>
                <a:latin typeface="微软雅黑"/>
              </a:defRPr>
            </a:pPr>
            <a:r>
              <a:t>第四章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3191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1A1A1A"/>
                </a:solidFill>
                <a:latin typeface="微软雅黑"/>
              </a:defRPr>
            </a:pPr>
            <a:r>
              <a:t>专家心法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434839"/>
            <a:ext cx="9448495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C8A45C"/>
                </a:solidFill>
                <a:latin typeface="微软雅黑"/>
              </a:defRPr>
            </a:pPr>
            <a:r>
              <a:t>第五章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1A1A1A"/>
                </a:solidFill>
                <a:latin typeface="微软雅黑"/>
              </a:defRPr>
            </a:pPr>
            <a:r>
              <a:t>避坑指南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074920"/>
            <a:ext cx="9448495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5212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C8A45C"/>
                </a:solidFill>
                <a:latin typeface="微软雅黑"/>
              </a:defRPr>
            </a:pPr>
            <a:r>
              <a:t>第六章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212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1A1A1A"/>
                </a:solidFill>
                <a:latin typeface="微软雅黑"/>
              </a:defRPr>
            </a:pPr>
            <a:r>
              <a:t>行动检查清单与情景练习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715000"/>
            <a:ext cx="9448495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2/24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第一章  案例故事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2B4C"/>
                </a:solidFill>
                <a:latin typeface="微软雅黑"/>
              </a:defRPr>
            </a:pPr>
            <a:r>
              <a:t>背景与冲突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1A1A1A"/>
                </a:solidFill>
                <a:latin typeface="微软雅黑"/>
              </a:defRPr>
            </a:pPr>
            <a:r>
              <a:t>{storyContent0}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3/24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第一章  案例故事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C8A45C"/>
                </a:solidFill>
                <a:latin typeface="微软雅黑"/>
              </a:defRPr>
            </a:pPr>
            <a:r>
              <a:t>关键动作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1A1A1A"/>
                </a:solidFill>
                <a:latin typeface="微软雅黑"/>
              </a:defRPr>
            </a:pPr>
            <a:r>
              <a:t>{storyContent1}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4/24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第一章  案例故事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2B4C"/>
                </a:solidFill>
                <a:latin typeface="微软雅黑"/>
              </a:defRPr>
            </a:pPr>
            <a:r>
              <a:t>转折点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1A1A1A"/>
                </a:solidFill>
                <a:latin typeface="微软雅黑"/>
              </a:defRPr>
            </a:pPr>
            <a:r>
              <a:t>{storyContent2}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第一章  案例故事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2B4C"/>
                </a:solidFill>
                <a:latin typeface="微软雅黑"/>
              </a:defRPr>
            </a:pPr>
            <a:r>
              <a:t>最终结果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1A1A1A"/>
                </a:solidFill>
                <a:latin typeface="微软雅黑"/>
              </a:defRPr>
            </a:pPr>
            <a:r>
              <a:t>{storyContent3}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6/24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C8A45C"/>
                </a:solidFill>
                <a:latin typeface="微软雅黑"/>
              </a:defRPr>
            </a:pPr>
            <a:r>
              <a:t>{storyHighlights}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第二章  方法论总览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2B4C"/>
                </a:solidFill>
                <a:latin typeface="微软雅黑"/>
              </a:defRPr>
            </a:pPr>
            <a:r>
              <a:t>{methodName}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2743200"/>
            <a:ext cx="1828800" cy="1371600"/>
          </a:xfrm>
          <a:prstGeom prst="round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8A45C"/>
                </a:solidFill>
                <a:latin typeface="微软雅黑"/>
              </a:defRPr>
            </a:pPr>
            <a:r>
              <a:t>第1步</a:t>
            </a:r>
          </a:p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{stepName0}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57600" y="3200400"/>
            <a:ext cx="457200" cy="457200"/>
          </a:xfrm>
          <a:prstGeom prst="rightArrow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2743200"/>
            <a:ext cx="1828800" cy="1371600"/>
          </a:xfrm>
          <a:prstGeom prst="round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8A45C"/>
                </a:solidFill>
                <a:latin typeface="微软雅黑"/>
              </a:defRPr>
            </a:pPr>
            <a:r>
              <a:t>第2步</a:t>
            </a:r>
          </a:p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{stepName1}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3200400"/>
            <a:ext cx="457200" cy="457200"/>
          </a:xfrm>
          <a:prstGeom prst="rightArrow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743200"/>
            <a:ext cx="1828800" cy="1371600"/>
          </a:xfrm>
          <a:prstGeom prst="round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8A45C"/>
                </a:solidFill>
                <a:latin typeface="微软雅黑"/>
              </a:defRPr>
            </a:pPr>
            <a:r>
              <a:t>第3步</a:t>
            </a:r>
          </a:p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{stepName2}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29600" y="3200400"/>
            <a:ext cx="457200" cy="457200"/>
          </a:xfrm>
          <a:prstGeom prst="rightArrow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0" y="2743200"/>
            <a:ext cx="1828800" cy="1371600"/>
          </a:xfrm>
          <a:prstGeom prst="round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8A45C"/>
                </a:solidFill>
                <a:latin typeface="微软雅黑"/>
              </a:defRPr>
            </a:pPr>
            <a:r>
              <a:t>第4步</a:t>
            </a:r>
          </a:p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{stepName3}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7/24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第二章  第1步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2B4C"/>
                </a:solidFill>
                <a:latin typeface="微软雅黑"/>
              </a:defRPr>
            </a:pPr>
            <a:r>
              <a:t>{stepName0}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2B4C"/>
                </a:solidFill>
                <a:latin typeface="微软雅黑"/>
              </a:defRPr>
            </a:pPr>
            <a:r>
              <a:t>核心动作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微软雅黑"/>
              </a:defRPr>
            </a:pPr>
            <a:r>
              <a:t>{stepAction0}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C8A45C"/>
                </a:solidFill>
                <a:latin typeface="微软雅黑"/>
              </a:defRPr>
            </a:pPr>
            <a:r>
              <a:t>关键话术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663440"/>
            <a:ext cx="9448495" cy="118872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7548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1A2B4C"/>
                </a:solidFill>
                <a:latin typeface="微软雅黑"/>
              </a:defRPr>
            </a:pPr>
            <a:r>
              <a:t>"{stepScript0}"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第二章  第1步 · 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微软雅黑"/>
              </a:defRPr>
            </a:pPr>
            <a:r>
              <a:t>{stepCase0}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486400"/>
            <a:ext cx="9448495" cy="73152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55321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F4444"/>
                </a:solidFill>
                <a:latin typeface="微软雅黑"/>
              </a:defRPr>
            </a:pPr>
            <a:r>
              <a:t>⚠ 常见错误：{stepMistake0}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第二章  第2步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2B4C"/>
                </a:solidFill>
                <a:latin typeface="微软雅黑"/>
              </a:defRPr>
            </a:pPr>
            <a:r>
              <a:t>{stepName1}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2B4C"/>
                </a:solidFill>
                <a:latin typeface="微软雅黑"/>
              </a:defRPr>
            </a:pPr>
            <a:r>
              <a:t>核心动作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微软雅黑"/>
              </a:defRPr>
            </a:pPr>
            <a:r>
              <a:t>{stepAction1}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C8A45C"/>
                </a:solidFill>
                <a:latin typeface="微软雅黑"/>
              </a:defRPr>
            </a:pPr>
            <a:r>
              <a:t>关键话术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663440"/>
            <a:ext cx="9448495" cy="118872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7548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1A2B4C"/>
                </a:solidFill>
                <a:latin typeface="微软雅黑"/>
              </a:defRPr>
            </a:pPr>
            <a:r>
              <a:t>"{stepScript1}"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第二章  第2步 · 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微软雅黑"/>
              </a:defRPr>
            </a:pPr>
            <a:r>
              <a:t>{stepCase1}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486400"/>
            <a:ext cx="9448495" cy="73152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55321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F4444"/>
                </a:solidFill>
                <a:latin typeface="微软雅黑"/>
              </a:defRPr>
            </a:pPr>
            <a:r>
              <a:t>⚠ 常见错误：{stepMistake1}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第二章  第3步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2B4C"/>
                </a:solidFill>
                <a:latin typeface="微软雅黑"/>
              </a:defRPr>
            </a:pPr>
            <a:r>
              <a:t>{stepName2}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2B4C"/>
                </a:solidFill>
                <a:latin typeface="微软雅黑"/>
              </a:defRPr>
            </a:pPr>
            <a:r>
              <a:t>核心动作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微软雅黑"/>
              </a:defRPr>
            </a:pPr>
            <a:r>
              <a:t>{stepAction2}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C8A45C"/>
                </a:solidFill>
                <a:latin typeface="微软雅黑"/>
              </a:defRPr>
            </a:pPr>
            <a:r>
              <a:t>关键话术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663440"/>
            <a:ext cx="9448495" cy="118872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7548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1A2B4C"/>
                </a:solidFill>
                <a:latin typeface="微软雅黑"/>
              </a:defRPr>
            </a:pPr>
            <a:r>
              <a:t>"{stepScript2}"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第二章  第3步 · 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微软雅黑"/>
              </a:defRPr>
            </a:pPr>
            <a:r>
              <a:t>{stepCase2}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486400"/>
            <a:ext cx="9448495" cy="73152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55321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F4444"/>
                </a:solidFill>
                <a:latin typeface="微软雅黑"/>
              </a:defRPr>
            </a:pPr>
            <a:r>
              <a:t>⚠ 常见错误：{stepMistake2}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13/24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第二章  第4步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2B4C"/>
                </a:solidFill>
                <a:latin typeface="微软雅黑"/>
              </a:defRPr>
            </a:pPr>
            <a:r>
              <a:t>{stepName3}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2B4C"/>
                </a:solidFill>
                <a:latin typeface="微软雅黑"/>
              </a:defRPr>
            </a:pPr>
            <a:r>
              <a:t>核心动作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微软雅黑"/>
              </a:defRPr>
            </a:pPr>
            <a:r>
              <a:t>{stepAction3}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C8A45C"/>
                </a:solidFill>
                <a:latin typeface="微软雅黑"/>
              </a:defRPr>
            </a:pPr>
            <a:r>
              <a:t>关键话术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663440"/>
            <a:ext cx="9448495" cy="118872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7548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1A2B4C"/>
                </a:solidFill>
                <a:latin typeface="微软雅黑"/>
              </a:defRPr>
            </a:pPr>
            <a:r>
              <a:t>"{stepScript3}"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14/24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第二章  第4步 · 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微软雅黑"/>
              </a:defRPr>
            </a:pPr>
            <a:r>
              <a:t>{stepCase3}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486400"/>
            <a:ext cx="9448495" cy="73152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55321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F4444"/>
                </a:solidFill>
                <a:latin typeface="微软雅黑"/>
              </a:defRPr>
            </a:pPr>
            <a:r>
              <a:t>⚠ 常见错误：{stepMistake3}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第三章  关键决策点分析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2B4C"/>
                </a:solidFill>
                <a:latin typeface="微软雅黑"/>
              </a:defRPr>
            </a:pPr>
            <a:r>
              <a:t>{decisionTitle0}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9448495" cy="128016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59669"/>
                </a:solidFill>
                <a:latin typeface="微软雅黑"/>
              </a:defRPr>
            </a:pPr>
            <a:r>
              <a:t>{decisionOption0_0}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206240"/>
            <a:ext cx="9448495" cy="12801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34340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F4444"/>
                </a:solidFill>
                <a:latin typeface="微软雅黑"/>
              </a:defRPr>
            </a:pPr>
            <a:r>
              <a:t>{decisionOption0_1}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16/24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第三章  关键决策点分析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2B4C"/>
                </a:solidFill>
                <a:latin typeface="微软雅黑"/>
              </a:defRPr>
            </a:pPr>
            <a:r>
              <a:t>{decisionTitle1}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9448495" cy="128016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59669"/>
                </a:solidFill>
                <a:latin typeface="微软雅黑"/>
              </a:defRPr>
            </a:pPr>
            <a:r>
              <a:t>{decisionOption1_0}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206240"/>
            <a:ext cx="9448495" cy="12801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34340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F4444"/>
                </a:solidFill>
                <a:latin typeface="微软雅黑"/>
              </a:defRPr>
            </a:pPr>
            <a:r>
              <a:t>{decisionOption1_1}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17/24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第三章  关键决策点分析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2B4C"/>
                </a:solidFill>
                <a:latin typeface="微软雅黑"/>
              </a:defRPr>
            </a:pPr>
            <a:r>
              <a:t>{decisionTitle2}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9448495" cy="128016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59669"/>
                </a:solidFill>
                <a:latin typeface="微软雅黑"/>
              </a:defRPr>
            </a:pPr>
            <a:r>
              <a:t>{decisionOption2_0}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206240"/>
            <a:ext cx="9448495" cy="12801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34340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F4444"/>
                </a:solidFill>
                <a:latin typeface="微软雅黑"/>
              </a:defRPr>
            </a:pPr>
            <a:r>
              <a:t>{decisionOption2_1}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第四章  专家心法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645920"/>
            <a:ext cx="76200" cy="201168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68880" y="1645920"/>
            <a:ext cx="7772400" cy="201168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1828800"/>
            <a:ext cx="7406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1">
                <a:solidFill>
                  <a:srgbClr val="1A2B4C"/>
                </a:solidFill>
                <a:latin typeface="微软雅黑"/>
              </a:defRPr>
            </a:pPr>
            <a:r>
              <a:t>"{oneliner}"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6B7280"/>
                </a:solidFill>
                <a:latin typeface="微软雅黑"/>
              </a:defRPr>
            </a:pPr>
            <a:r>
              <a:t>—— 像{metaphor}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663440"/>
            <a:ext cx="4876495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937760"/>
            <a:ext cx="7619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1A1A1A"/>
                </a:solidFill>
                <a:latin typeface="微软雅黑"/>
              </a:defRPr>
            </a:pPr>
            <a:r>
              <a:t>{quotes}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19/24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第五章  避坑指南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2B4C"/>
                </a:solidFill>
                <a:latin typeface="微软雅黑"/>
              </a:defRPr>
            </a:pPr>
            <a:r>
              <a:t>常见错误 vs 正确做法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377440"/>
            <a:ext cx="457200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微软雅黑"/>
              </a:defRPr>
            </a:pPr>
            <a:r>
              <a:t>❌  常见错误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377440"/>
            <a:ext cx="457200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微软雅黑"/>
              </a:defRPr>
            </a:pPr>
            <a:r>
              <a:t>✅  正确做法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F4444"/>
                </a:solidFill>
                <a:latin typeface="微软雅黑"/>
              </a:defRPr>
            </a:pPr>
            <a:r>
              <a:t>{pitfallWrong0}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108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59669"/>
                </a:solidFill>
                <a:latin typeface="微软雅黑"/>
              </a:defRPr>
            </a:pPr>
            <a:r>
              <a:t>{pitfallRight0}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F4444"/>
                </a:solidFill>
                <a:latin typeface="微软雅黑"/>
              </a:defRPr>
            </a:pPr>
            <a:r>
              <a:t>{pitfallWrong1}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59669"/>
                </a:solidFill>
                <a:latin typeface="微软雅黑"/>
              </a:defRPr>
            </a:pPr>
            <a:r>
              <a:t>{pitfallRight1}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72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F4444"/>
                </a:solidFill>
                <a:latin typeface="微软雅黑"/>
              </a:defRPr>
            </a:pPr>
            <a:r>
              <a:t>{pitfallWrong2}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572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59669"/>
                </a:solidFill>
                <a:latin typeface="微软雅黑"/>
              </a:defRPr>
            </a:pPr>
            <a:r>
              <a:t>{pitfallRight2}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03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F4444"/>
                </a:solidFill>
                <a:latin typeface="微软雅黑"/>
              </a:defRPr>
            </a:pPr>
            <a:r>
              <a:t>{pitfallWrong3}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303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59669"/>
                </a:solidFill>
                <a:latin typeface="微软雅黑"/>
              </a:defRPr>
            </a:pPr>
            <a:r>
              <a:t>{pitfallRight3}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20/24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第五章  适用边界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2B4C"/>
                </a:solidFill>
                <a:latin typeface="微软雅黑"/>
              </a:defRPr>
            </a:pPr>
            <a:r>
              <a:t>什么场景有效？什么场景失效？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377440"/>
            <a:ext cx="457200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微软雅黑"/>
              </a:defRPr>
            </a:pPr>
            <a:r>
              <a:t>✅  有效场景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1A"/>
                </a:solidFill>
                <a:latin typeface="微软雅黑"/>
              </a:defRPr>
            </a:pPr>
            <a:r>
              <a:t>{applicableScenes}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77440"/>
            <a:ext cx="457200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微软雅黑"/>
              </a:defRPr>
            </a:pPr>
            <a:r>
              <a:t>❌  失效场景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1089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F4444"/>
                </a:solidFill>
                <a:latin typeface="微软雅黑"/>
              </a:defRPr>
            </a:pPr>
            <a:r>
              <a:t>{invalidScenes}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21/24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第六章  行动检查清单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2B4C"/>
                </a:solidFill>
                <a:latin typeface="微软雅黑"/>
              </a:defRPr>
            </a:pPr>
            <a:r>
              <a:t>✅  行动检查清单（可打印）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1097280" cy="64008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微软雅黑"/>
              </a:defRPr>
            </a:pPr>
            <a: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2286000"/>
            <a:ext cx="8321040" cy="64008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286000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微软雅黑"/>
              </a:defRPr>
            </a:pPr>
            <a:r>
              <a:t>动作描述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1097280" cy="50292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611880"/>
            <a:ext cx="1097280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1546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2B4C"/>
                </a:solidFill>
                <a:latin typeface="微软雅黑"/>
              </a:defRPr>
            </a:pPr>
            <a:r>
              <a:t>☐ 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108960"/>
            <a:ext cx="8321040" cy="50292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3611880"/>
            <a:ext cx="8321040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1546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微软雅黑"/>
              </a:defRPr>
            </a:pPr>
            <a:r>
              <a:t>{checklistStep0}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70332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206240"/>
            <a:ext cx="1097280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7490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2B4C"/>
                </a:solidFill>
                <a:latin typeface="微软雅黑"/>
              </a:defRPr>
            </a:pPr>
            <a:r>
              <a:t>☐  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703320"/>
            <a:ext cx="8321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8880" y="4206240"/>
            <a:ext cx="8321040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374904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微软雅黑"/>
              </a:defRPr>
            </a:pPr>
            <a:r>
              <a:t>{checklistStep1}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297680"/>
            <a:ext cx="1097280" cy="50292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4800600"/>
            <a:ext cx="1097280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43434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2B4C"/>
                </a:solidFill>
                <a:latin typeface="微软雅黑"/>
              </a:defRPr>
            </a:pPr>
            <a:r>
              <a:t>☐  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297680"/>
            <a:ext cx="8321040" cy="50292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68880" y="4800600"/>
            <a:ext cx="8321040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4343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微软雅黑"/>
              </a:defRPr>
            </a:pPr>
            <a:r>
              <a:t>{checklistStep2}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89204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5394960"/>
            <a:ext cx="1097280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9377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2B4C"/>
                </a:solidFill>
                <a:latin typeface="微软雅黑"/>
              </a:defRPr>
            </a:pPr>
            <a:r>
              <a:t>☐  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4892040"/>
            <a:ext cx="8321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68880" y="5394960"/>
            <a:ext cx="8321040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49377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微软雅黑"/>
              </a:defRPr>
            </a:pPr>
            <a:r>
              <a:t>{checklistStep3}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5486400"/>
            <a:ext cx="1097280" cy="50292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71600" y="5989320"/>
            <a:ext cx="1097280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63040" y="55321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2B4C"/>
                </a:solidFill>
                <a:latin typeface="微软雅黑"/>
              </a:defRPr>
            </a:pPr>
            <a:r>
              <a:t>☐  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5486400"/>
            <a:ext cx="8321040" cy="50292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68880" y="5989320"/>
            <a:ext cx="8321040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55321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微软雅黑"/>
              </a:defRPr>
            </a:pPr>
            <a:r>
              <a:t>（更多步骤可在生成时动态扩展）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608076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71600" y="6583680"/>
            <a:ext cx="1097280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63040" y="61264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2B4C"/>
                </a:solidFill>
                <a:latin typeface="微软雅黑"/>
              </a:defRPr>
            </a:pPr>
            <a:r>
              <a:t>☐  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6080760"/>
            <a:ext cx="8321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68880" y="6583680"/>
            <a:ext cx="8321040" cy="63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0" y="61264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微软雅黑"/>
              </a:defRPr>
            </a:pPr>
            <a:r>
              <a:t>（更多步骤可在生成时动态扩展）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22/24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第六章  情景练习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2B4C"/>
                </a:solidFill>
                <a:latin typeface="微软雅黑"/>
              </a:defRPr>
            </a:pPr>
            <a:r>
              <a:t>🎯  练一练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18288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8A45C"/>
                </a:solidFill>
                <a:latin typeface="微软雅黑"/>
              </a:defRPr>
            </a:pPr>
            <a:r>
              <a:t>练习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1A"/>
                </a:solidFill>
                <a:latin typeface="微软雅黑"/>
              </a:defRPr>
            </a:pPr>
            <a:r>
              <a:t>{exercise0}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8A45C"/>
                </a:solidFill>
                <a:latin typeface="微软雅黑"/>
              </a:defRPr>
            </a:pPr>
            <a:r>
              <a:t>练习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4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1A"/>
                </a:solidFill>
                <a:latin typeface="微软雅黑"/>
              </a:defRPr>
            </a:pPr>
            <a:r>
              <a:t>{exercise1}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8056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8A45C"/>
                </a:solidFill>
                <a:latin typeface="微软雅黑"/>
              </a:defRPr>
            </a:pPr>
            <a:r>
              <a:t>练习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1A"/>
                </a:solidFill>
                <a:latin typeface="微软雅黑"/>
              </a:defRPr>
            </a:pPr>
            <a:r>
              <a:t>{exercise2}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77839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8A45C"/>
                </a:solidFill>
                <a:latin typeface="微软雅黑"/>
              </a:defRPr>
            </a:pPr>
            <a:r>
              <a:t>练习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599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1A"/>
                </a:solidFill>
                <a:latin typeface="微软雅黑"/>
              </a:defRPr>
            </a:pPr>
            <a:r>
              <a:t>{exercise3}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23/24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8534095" cy="25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1">
                <a:solidFill>
                  <a:srgbClr val="FFFFFF"/>
                </a:solidFill>
                <a:latin typeface="微软雅黑"/>
              </a:defRPr>
            </a:pPr>
            <a:r>
              <a:t>"{oneliner}"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47695" cy="508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微软雅黑"/>
              </a:defRPr>
            </a:pPr>
            <a:r>
              <a:t>感谢阅读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C8A45C"/>
                </a:solidFill>
                <a:latin typeface="微软雅黑"/>
              </a:defRPr>
            </a:pPr>
            <a:r>
              <a:t>—— {companyName} ——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7280"/>
                </a:solidFill>
                <a:latin typeface="微软雅黑"/>
              </a:defRPr>
            </a:pPr>
            <a:r>
              <a:t>扫描二维码体验AI分身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5760720"/>
            <a:ext cx="11887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B4C"/>
                </a:solidFill>
                <a:latin typeface="微软雅黑"/>
              </a:defRPr>
            </a:pPr>
            <a:r>
              <a:t>QR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704088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B7280"/>
                </a:solidFill>
                <a:latin typeface="微软雅黑"/>
              </a:defRPr>
            </a:pPr>
            <a:r>
              <a:t>{companyName} · AI经验萃取平台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7178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微软雅黑"/>
              </a:defRPr>
            </a:pPr>
            <a:r>
              <a:t>24/24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